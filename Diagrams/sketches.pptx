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38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E2A4F-82A7-D6C9-E567-C3401B20EF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BCF95A-3586-E9D8-8862-62DB9BCC81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4F9E5-10B9-B690-9FB1-9C2049639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2AC21-7A4E-48D7-B43B-1A419C11553F}" type="datetimeFigureOut">
              <a:rPr lang="en-IE" smtClean="0"/>
              <a:t>16/04/2026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D3071-D3AD-C41F-5FB7-A87FCA6FF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8CB31-DB7B-423F-3854-E359A16F0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D69AF-7011-4009-A6DD-91DC12E528C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00766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F9F90-551F-DE06-5FF1-FE243C88D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03613-4D4A-7BA8-5264-78255C981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1C7C9-A7D4-BBD4-DF4C-0195BE61A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2AC21-7A4E-48D7-B43B-1A419C11553F}" type="datetimeFigureOut">
              <a:rPr lang="en-IE" smtClean="0"/>
              <a:t>16/04/2026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77013-D27C-2BCF-AB91-A24E60673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71C3C-4BDF-DDE6-ABC9-8F7E94625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D69AF-7011-4009-A6DD-91DC12E528C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29754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32F2D-0481-0D32-3FAB-B0B28B0EA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077FA0-94E6-537F-7DA2-B1B841750B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54D7E-ADFA-DB79-2FEA-7283DADEA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2AC21-7A4E-48D7-B43B-1A419C11553F}" type="datetimeFigureOut">
              <a:rPr lang="en-IE" smtClean="0"/>
              <a:t>16/04/2026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0749C-F084-67D2-D667-8658525F1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F1678-C2A6-F402-CFB7-7C556AA4F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D69AF-7011-4009-A6DD-91DC12E528C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01919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38853-8AC0-6A4C-75AD-D967A929A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784EF-C3DD-D89C-5CD4-75960C118C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18F239-2D81-BB75-C0D4-4D1FDC949D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FF990B-BA05-F4B0-1CDB-4CC050AD7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2AC21-7A4E-48D7-B43B-1A419C11553F}" type="datetimeFigureOut">
              <a:rPr lang="en-IE" smtClean="0"/>
              <a:t>16/04/2026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CC1CE9-2BEF-1B97-DFED-EAC31EECE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67F33-973C-8B48-34BF-3FD45DBD5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D69AF-7011-4009-A6DD-91DC12E528C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15510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33B8F-E839-1BFF-591F-66DF53254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F4CB68-2741-CA86-18EC-6DDC8398C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4AB0D4-7735-78D6-5CC3-8CCB5B83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40AD45-6678-DF17-E9AD-A50EDBD592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F63AD8-7A8D-6028-6D8D-6A44527622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E12F5E-DFF4-D457-9A14-1B7A1A1CB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2AC21-7A4E-48D7-B43B-1A419C11553F}" type="datetimeFigureOut">
              <a:rPr lang="en-IE" smtClean="0"/>
              <a:t>16/04/2026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EBBA94-6EA0-9102-F20F-4341FE348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F97DE0-0150-F71E-B147-C2B802D0C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D69AF-7011-4009-A6DD-91DC12E528C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37699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F98EA-2F8B-8D82-45EF-59311FD19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AEDFBA-9DDA-7DA0-4F27-A4044F99F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2AC21-7A4E-48D7-B43B-1A419C11553F}" type="datetimeFigureOut">
              <a:rPr lang="en-IE" smtClean="0"/>
              <a:t>16/04/2026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C2BA85-4ED4-1B3F-AB26-BE42BCC9D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773491-7FEC-0404-2753-CD5683CFC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D69AF-7011-4009-A6DD-91DC12E528C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41455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C7736D-4155-3623-A64A-C83B4A8EF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2AC21-7A4E-48D7-B43B-1A419C11553F}" type="datetimeFigureOut">
              <a:rPr lang="en-IE" smtClean="0"/>
              <a:t>16/04/2026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68850D-8D19-3FF3-72F4-AC93F537F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74FFE-2E62-11EF-B023-FA405CD31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D69AF-7011-4009-A6DD-91DC12E528C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13264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216BA-334E-A89A-D00A-24DD134D1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22EB2-8284-1468-683E-8EF8465B4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07F193-8CB1-9A1C-FBCE-2F217898BC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036D7C-1DE4-618F-BA36-0874438F7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2AC21-7A4E-48D7-B43B-1A419C11553F}" type="datetimeFigureOut">
              <a:rPr lang="en-IE" smtClean="0"/>
              <a:t>16/04/2026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61746A-9AE5-28D0-82A9-7FD3A7997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FE864-50C3-F59B-5B4F-AE98BF04B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D69AF-7011-4009-A6DD-91DC12E528C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89272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D4583-EA6C-C461-5940-5F1F5FD55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71BE94-28F9-61DB-71D7-D3AA6B2D07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5F2D22-6A8A-79A2-EEE1-2D073846D7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735B0D-C6A5-963D-2B7B-C2CE50AC7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2AC21-7A4E-48D7-B43B-1A419C11553F}" type="datetimeFigureOut">
              <a:rPr lang="en-IE" smtClean="0"/>
              <a:t>16/04/2026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F2E879-F283-7F73-524A-B3CCECE48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6CFE7B-7695-3B01-98E9-E339B13D4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D69AF-7011-4009-A6DD-91DC12E528C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49419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671E1-5B47-6AC2-F682-1F5931114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F199AB-C045-CB30-7298-75743F4438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5636-618E-3B7A-10A6-63FC0C3C9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2AC21-7A4E-48D7-B43B-1A419C11553F}" type="datetimeFigureOut">
              <a:rPr lang="en-IE" smtClean="0"/>
              <a:t>16/04/2026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AD8C4-8CAC-EDE8-6332-09BBA083F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41312-80A8-15E9-AFA6-BF74AF9FA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D69AF-7011-4009-A6DD-91DC12E528C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80223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10AE0F-E812-E767-B644-32504FC1D0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CD2218-CB10-7311-90C8-F9E4505B76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B1A1D-7422-B3BC-32E3-8E07109AE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2AC21-7A4E-48D7-B43B-1A419C11553F}" type="datetimeFigureOut">
              <a:rPr lang="en-IE" smtClean="0"/>
              <a:t>16/04/2026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831EB-391C-501D-587C-7DC57E659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15199-2A11-D54C-919A-2636D51A7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D69AF-7011-4009-A6DD-91DC12E528C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91721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3F8975-A13A-B808-76A9-5A55C598D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AE8885-6EC8-61B3-822C-6E37D1BCB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423C7-9970-040B-1112-4DEC548425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A2AC21-7A4E-48D7-B43B-1A419C11553F}" type="datetimeFigureOut">
              <a:rPr lang="en-IE" smtClean="0"/>
              <a:t>16/04/2026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A52FA-39DA-9831-9529-966CAF70B2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A395D-2C90-3921-CEE3-ED164C732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4D69AF-7011-4009-A6DD-91DC12E528C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70212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D31CCB2-4508-B11A-0641-0C6C0C36D1C2}"/>
              </a:ext>
            </a:extLst>
          </p:cNvPr>
          <p:cNvSpPr/>
          <p:nvPr/>
        </p:nvSpPr>
        <p:spPr>
          <a:xfrm>
            <a:off x="4886632" y="688257"/>
            <a:ext cx="3048000" cy="470473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880703-DFE7-8A71-C34A-9106DA6EB595}"/>
              </a:ext>
            </a:extLst>
          </p:cNvPr>
          <p:cNvSpPr/>
          <p:nvPr/>
        </p:nvSpPr>
        <p:spPr>
          <a:xfrm>
            <a:off x="5417573" y="462115"/>
            <a:ext cx="1966452" cy="4424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Worker Node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9C66267-B513-3AA9-4316-18532E142513}"/>
              </a:ext>
            </a:extLst>
          </p:cNvPr>
          <p:cNvGrpSpPr/>
          <p:nvPr/>
        </p:nvGrpSpPr>
        <p:grpSpPr>
          <a:xfrm>
            <a:off x="5270089" y="3510117"/>
            <a:ext cx="2261419" cy="1710813"/>
            <a:chOff x="4709651" y="3962400"/>
            <a:chExt cx="2261419" cy="171081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703E29B-5F45-2BBA-A5B2-F861D7F797AF}"/>
                </a:ext>
              </a:extLst>
            </p:cNvPr>
            <p:cNvSpPr/>
            <p:nvPr/>
          </p:nvSpPr>
          <p:spPr>
            <a:xfrm>
              <a:off x="4709651" y="3962400"/>
              <a:ext cx="2261419" cy="171081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IE" dirty="0"/>
                <a:t>Pod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BF36B98-9F75-198D-2742-82C0B7D4FE01}"/>
                </a:ext>
              </a:extLst>
            </p:cNvPr>
            <p:cNvSpPr/>
            <p:nvPr/>
          </p:nvSpPr>
          <p:spPr>
            <a:xfrm>
              <a:off x="4852219" y="4395020"/>
              <a:ext cx="1966451" cy="36379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1"/>
                  </a:solidFill>
                </a:rPr>
                <a:t>Container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029CD51-01FE-5EA8-D10E-7C63AF055314}"/>
                </a:ext>
              </a:extLst>
            </p:cNvPr>
            <p:cNvSpPr/>
            <p:nvPr/>
          </p:nvSpPr>
          <p:spPr>
            <a:xfrm>
              <a:off x="4852218" y="4778477"/>
              <a:ext cx="1966451" cy="36379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1"/>
                  </a:solidFill>
                </a:rPr>
                <a:t>Container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AD277B8-49AD-D80D-33BF-AFB71C57727C}"/>
                </a:ext>
              </a:extLst>
            </p:cNvPr>
            <p:cNvSpPr/>
            <p:nvPr/>
          </p:nvSpPr>
          <p:spPr>
            <a:xfrm>
              <a:off x="4852217" y="5161934"/>
              <a:ext cx="1966451" cy="36379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1"/>
                  </a:solidFill>
                </a:rPr>
                <a:t>Container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10530E5-E694-F8FE-6493-EB36DB16FDE6}"/>
              </a:ext>
            </a:extLst>
          </p:cNvPr>
          <p:cNvGrpSpPr/>
          <p:nvPr/>
        </p:nvGrpSpPr>
        <p:grpSpPr>
          <a:xfrm>
            <a:off x="5279922" y="1602659"/>
            <a:ext cx="2261419" cy="1710813"/>
            <a:chOff x="4709651" y="3962400"/>
            <a:chExt cx="2261419" cy="171081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7DDFDFA-2AC8-4704-9D82-5F98FAE2FF15}"/>
                </a:ext>
              </a:extLst>
            </p:cNvPr>
            <p:cNvSpPr/>
            <p:nvPr/>
          </p:nvSpPr>
          <p:spPr>
            <a:xfrm>
              <a:off x="4709651" y="3962400"/>
              <a:ext cx="2261419" cy="171081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IE" dirty="0"/>
                <a:t>Pod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32B3B3A-AF7A-F650-9B87-92D850D34A26}"/>
                </a:ext>
              </a:extLst>
            </p:cNvPr>
            <p:cNvSpPr/>
            <p:nvPr/>
          </p:nvSpPr>
          <p:spPr>
            <a:xfrm>
              <a:off x="4852219" y="4395020"/>
              <a:ext cx="1966451" cy="36379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1"/>
                  </a:solidFill>
                </a:rPr>
                <a:t>Container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FDC16D3-3FCB-53E5-77D7-B8DC89242D1D}"/>
                </a:ext>
              </a:extLst>
            </p:cNvPr>
            <p:cNvSpPr/>
            <p:nvPr/>
          </p:nvSpPr>
          <p:spPr>
            <a:xfrm>
              <a:off x="4852218" y="4778477"/>
              <a:ext cx="1966451" cy="36379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1"/>
                  </a:solidFill>
                </a:rPr>
                <a:t>Container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DF960F9-72BD-A159-2E60-65C16671763D}"/>
                </a:ext>
              </a:extLst>
            </p:cNvPr>
            <p:cNvSpPr/>
            <p:nvPr/>
          </p:nvSpPr>
          <p:spPr>
            <a:xfrm>
              <a:off x="4852217" y="5161934"/>
              <a:ext cx="1966451" cy="36379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1"/>
                  </a:solidFill>
                </a:rPr>
                <a:t>Container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012E8624-9D97-4C0A-1DC0-23BC6289FF9E}"/>
              </a:ext>
            </a:extLst>
          </p:cNvPr>
          <p:cNvSpPr/>
          <p:nvPr/>
        </p:nvSpPr>
        <p:spPr>
          <a:xfrm>
            <a:off x="5589634" y="1056965"/>
            <a:ext cx="1612491" cy="3539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accent1"/>
                </a:solidFill>
              </a:rPr>
              <a:t>Proxy</a:t>
            </a:r>
          </a:p>
        </p:txBody>
      </p:sp>
    </p:spTree>
    <p:extLst>
      <p:ext uri="{BB962C8B-B14F-4D97-AF65-F5344CB8AC3E}">
        <p14:creationId xmlns:p14="http://schemas.microsoft.com/office/powerpoint/2010/main" val="3755488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05B265FF-7283-9413-54BE-65BCE1075AC9}"/>
              </a:ext>
            </a:extLst>
          </p:cNvPr>
          <p:cNvGrpSpPr/>
          <p:nvPr/>
        </p:nvGrpSpPr>
        <p:grpSpPr>
          <a:xfrm>
            <a:off x="4483511" y="2743202"/>
            <a:ext cx="3048000" cy="2113937"/>
            <a:chOff x="5515898" y="2743202"/>
            <a:chExt cx="3048000" cy="2113937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117F63F7-CBE0-F7DE-788E-E689582CEFAC}"/>
                </a:ext>
              </a:extLst>
            </p:cNvPr>
            <p:cNvSpPr/>
            <p:nvPr/>
          </p:nvSpPr>
          <p:spPr>
            <a:xfrm>
              <a:off x="5515898" y="2969344"/>
              <a:ext cx="3048000" cy="188779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9F1909B-F461-4AA4-09F9-0C1D79D820DA}"/>
                </a:ext>
              </a:extLst>
            </p:cNvPr>
            <p:cNvSpPr/>
            <p:nvPr/>
          </p:nvSpPr>
          <p:spPr>
            <a:xfrm>
              <a:off x="6046839" y="2743202"/>
              <a:ext cx="1966452" cy="44245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Worker Node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7A83E7C-7079-4792-A784-9368D54646C4}"/>
                </a:ext>
              </a:extLst>
            </p:cNvPr>
            <p:cNvSpPr/>
            <p:nvPr/>
          </p:nvSpPr>
          <p:spPr>
            <a:xfrm>
              <a:off x="5899355" y="3814919"/>
              <a:ext cx="2261419" cy="35396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IE" dirty="0"/>
                <a:t>Pod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FDB3DC4-B691-EB7C-CF2E-E7D10946B97D}"/>
                </a:ext>
              </a:extLst>
            </p:cNvPr>
            <p:cNvSpPr/>
            <p:nvPr/>
          </p:nvSpPr>
          <p:spPr>
            <a:xfrm>
              <a:off x="6218900" y="3338052"/>
              <a:ext cx="1612491" cy="35396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1"/>
                  </a:solidFill>
                </a:rPr>
                <a:t>Proxy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6458C4E-84CB-344F-E4F8-A746FC8A1DFA}"/>
                </a:ext>
              </a:extLst>
            </p:cNvPr>
            <p:cNvSpPr/>
            <p:nvPr/>
          </p:nvSpPr>
          <p:spPr>
            <a:xfrm>
              <a:off x="5894435" y="4291787"/>
              <a:ext cx="2261419" cy="35396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IE" dirty="0"/>
                <a:t>Pod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6C13068-97C7-8AD3-5E90-BF2C01F39463}"/>
              </a:ext>
            </a:extLst>
          </p:cNvPr>
          <p:cNvGrpSpPr/>
          <p:nvPr/>
        </p:nvGrpSpPr>
        <p:grpSpPr>
          <a:xfrm>
            <a:off x="997966" y="2738287"/>
            <a:ext cx="3048000" cy="2113937"/>
            <a:chOff x="2030353" y="2738287"/>
            <a:chExt cx="3048000" cy="2113937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D34B7885-05BE-FF8E-A6E1-92CE06818DEA}"/>
                </a:ext>
              </a:extLst>
            </p:cNvPr>
            <p:cNvSpPr/>
            <p:nvPr/>
          </p:nvSpPr>
          <p:spPr>
            <a:xfrm>
              <a:off x="2030353" y="2964429"/>
              <a:ext cx="3048000" cy="188779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7D602EF-9881-B96B-8C5D-4C5CD55A557B}"/>
                </a:ext>
              </a:extLst>
            </p:cNvPr>
            <p:cNvSpPr/>
            <p:nvPr/>
          </p:nvSpPr>
          <p:spPr>
            <a:xfrm>
              <a:off x="2561294" y="2738287"/>
              <a:ext cx="1966452" cy="44245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Worker Node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D0B3E24-9672-A5B2-F890-27B92A6FF8A7}"/>
                </a:ext>
              </a:extLst>
            </p:cNvPr>
            <p:cNvSpPr/>
            <p:nvPr/>
          </p:nvSpPr>
          <p:spPr>
            <a:xfrm>
              <a:off x="2413810" y="3810004"/>
              <a:ext cx="2261419" cy="35396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IE" dirty="0"/>
                <a:t>Pod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BB4E7E1-9B3A-2267-7711-6CD75BC4898B}"/>
                </a:ext>
              </a:extLst>
            </p:cNvPr>
            <p:cNvSpPr/>
            <p:nvPr/>
          </p:nvSpPr>
          <p:spPr>
            <a:xfrm>
              <a:off x="2733355" y="3333137"/>
              <a:ext cx="1612491" cy="35396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1"/>
                  </a:solidFill>
                </a:rPr>
                <a:t>Proxy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F8EC27F-F1F2-AF08-4938-7088D1A7F46E}"/>
                </a:ext>
              </a:extLst>
            </p:cNvPr>
            <p:cNvSpPr/>
            <p:nvPr/>
          </p:nvSpPr>
          <p:spPr>
            <a:xfrm>
              <a:off x="2408890" y="4286872"/>
              <a:ext cx="2261419" cy="35396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IE" dirty="0"/>
                <a:t>Pod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2BBC875-62FD-37C2-0057-A15A0B4BEE20}"/>
              </a:ext>
            </a:extLst>
          </p:cNvPr>
          <p:cNvGrpSpPr/>
          <p:nvPr/>
        </p:nvGrpSpPr>
        <p:grpSpPr>
          <a:xfrm>
            <a:off x="7846154" y="2684210"/>
            <a:ext cx="3048000" cy="2113937"/>
            <a:chOff x="8878541" y="2684210"/>
            <a:chExt cx="3048000" cy="2113937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CD22BE9B-CC81-32E8-3BF9-574371E499E4}"/>
                </a:ext>
              </a:extLst>
            </p:cNvPr>
            <p:cNvSpPr/>
            <p:nvPr/>
          </p:nvSpPr>
          <p:spPr>
            <a:xfrm>
              <a:off x="8878541" y="2910352"/>
              <a:ext cx="3048000" cy="188779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1BDBDA4-4017-3534-3577-6522C06AB604}"/>
                </a:ext>
              </a:extLst>
            </p:cNvPr>
            <p:cNvSpPr/>
            <p:nvPr/>
          </p:nvSpPr>
          <p:spPr>
            <a:xfrm>
              <a:off x="9409482" y="2684210"/>
              <a:ext cx="1966452" cy="44245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Worker Node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D1A878E-1827-9579-A2F2-497973DDF1AE}"/>
                </a:ext>
              </a:extLst>
            </p:cNvPr>
            <p:cNvSpPr/>
            <p:nvPr/>
          </p:nvSpPr>
          <p:spPr>
            <a:xfrm>
              <a:off x="9261998" y="3755927"/>
              <a:ext cx="2261419" cy="35396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IE" dirty="0"/>
                <a:t>Pod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28D5411-DA64-D28F-BD21-311A82CA90E5}"/>
                </a:ext>
              </a:extLst>
            </p:cNvPr>
            <p:cNvSpPr/>
            <p:nvPr/>
          </p:nvSpPr>
          <p:spPr>
            <a:xfrm>
              <a:off x="9581543" y="3279060"/>
              <a:ext cx="1612491" cy="35396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1"/>
                  </a:solidFill>
                </a:rPr>
                <a:t>Proxy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A437259-9C3E-D714-FF0F-BBE713F6DEE7}"/>
                </a:ext>
              </a:extLst>
            </p:cNvPr>
            <p:cNvSpPr/>
            <p:nvPr/>
          </p:nvSpPr>
          <p:spPr>
            <a:xfrm>
              <a:off x="9257078" y="4232795"/>
              <a:ext cx="2261419" cy="35396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IE" dirty="0"/>
                <a:t>Pod</a:t>
              </a:r>
            </a:p>
          </p:txBody>
        </p:sp>
      </p:grp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7FA3369-5E10-E5B8-B74C-BF4D570F4A61}"/>
              </a:ext>
            </a:extLst>
          </p:cNvPr>
          <p:cNvSpPr/>
          <p:nvPr/>
        </p:nvSpPr>
        <p:spPr>
          <a:xfrm>
            <a:off x="4483511" y="997976"/>
            <a:ext cx="3048000" cy="9783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D276956-1865-711D-F87D-851EFC5BFE29}"/>
              </a:ext>
            </a:extLst>
          </p:cNvPr>
          <p:cNvSpPr/>
          <p:nvPr/>
        </p:nvSpPr>
        <p:spPr>
          <a:xfrm>
            <a:off x="5014452" y="771834"/>
            <a:ext cx="1966452" cy="4424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Master Node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3F7EB75-AC5B-7D92-7BE8-C6044B90D862}"/>
              </a:ext>
            </a:extLst>
          </p:cNvPr>
          <p:cNvSpPr/>
          <p:nvPr/>
        </p:nvSpPr>
        <p:spPr>
          <a:xfrm>
            <a:off x="5186513" y="1366684"/>
            <a:ext cx="1612491" cy="3539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accent1"/>
                </a:solidFill>
              </a:rPr>
              <a:t>Control Plane</a:t>
            </a:r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8F626681-DF88-09D7-FD8A-EFE3C981E292}"/>
              </a:ext>
            </a:extLst>
          </p:cNvPr>
          <p:cNvCxnSpPr>
            <a:cxnSpLocks/>
            <a:stCxn id="30" idx="1"/>
            <a:endCxn id="17" idx="0"/>
          </p:cNvCxnSpPr>
          <p:nvPr/>
        </p:nvCxnSpPr>
        <p:spPr>
          <a:xfrm rot="10800000" flipV="1">
            <a:off x="2512133" y="1487131"/>
            <a:ext cx="1971378" cy="1251156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C7CC3DF0-EC73-28BB-DB79-62FF9A9594B9}"/>
              </a:ext>
            </a:extLst>
          </p:cNvPr>
          <p:cNvCxnSpPr>
            <a:stCxn id="30" idx="3"/>
            <a:endCxn id="22" idx="0"/>
          </p:cNvCxnSpPr>
          <p:nvPr/>
        </p:nvCxnSpPr>
        <p:spPr>
          <a:xfrm>
            <a:off x="7531511" y="1487131"/>
            <a:ext cx="1828810" cy="1197079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75B3087-C480-9637-73C5-49FBC80EA125}"/>
              </a:ext>
            </a:extLst>
          </p:cNvPr>
          <p:cNvCxnSpPr>
            <a:stCxn id="30" idx="2"/>
            <a:endCxn id="3" idx="0"/>
          </p:cNvCxnSpPr>
          <p:nvPr/>
        </p:nvCxnSpPr>
        <p:spPr>
          <a:xfrm flipH="1">
            <a:off x="5997678" y="1976285"/>
            <a:ext cx="9833" cy="7669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556F8881-1FAD-2099-DE9B-5953A45C7F7F}"/>
              </a:ext>
            </a:extLst>
          </p:cNvPr>
          <p:cNvSpPr/>
          <p:nvPr/>
        </p:nvSpPr>
        <p:spPr>
          <a:xfrm>
            <a:off x="560439" y="521110"/>
            <a:ext cx="10815484" cy="484975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IE" sz="3200" dirty="0">
                <a:solidFill>
                  <a:schemeClr val="accent1"/>
                </a:solidFill>
              </a:rPr>
              <a:t>Cluster</a:t>
            </a:r>
          </a:p>
        </p:txBody>
      </p:sp>
    </p:spTree>
    <p:extLst>
      <p:ext uri="{BB962C8B-B14F-4D97-AF65-F5344CB8AC3E}">
        <p14:creationId xmlns:p14="http://schemas.microsoft.com/office/powerpoint/2010/main" val="2874179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31</Words>
  <Application>Microsoft Office PowerPoint</Application>
  <PresentationFormat>Widescreen</PresentationFormat>
  <Paragraphs>25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ORaw</dc:creator>
  <cp:lastModifiedBy>John ORaw</cp:lastModifiedBy>
  <cp:revision>1</cp:revision>
  <dcterms:created xsi:type="dcterms:W3CDTF">2026-04-16T08:47:09Z</dcterms:created>
  <dcterms:modified xsi:type="dcterms:W3CDTF">2026-04-16T09:15:39Z</dcterms:modified>
</cp:coreProperties>
</file>